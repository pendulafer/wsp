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61" r:id="rId6"/>
    <p:sldId id="262" r:id="rId7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42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4B46C98-3A64-40E7-8DAC-073D26E8C603}" v="5" dt="2024-06-24T13:19:22.7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96" y="7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hghanipour, Amir" userId="bf5acb98-fc2e-4ea4-a5e1-9a103c90066c" providerId="ADAL" clId="{D4B46C98-3A64-40E7-8DAC-073D26E8C603}"/>
    <pc:docChg chg="undo custSel addSld delSld modSld">
      <pc:chgData name="Dehghanipour, Amir" userId="bf5acb98-fc2e-4ea4-a5e1-9a103c90066c" providerId="ADAL" clId="{D4B46C98-3A64-40E7-8DAC-073D26E8C603}" dt="2024-06-24T13:35:24.951" v="393" actId="1076"/>
      <pc:docMkLst>
        <pc:docMk/>
      </pc:docMkLst>
      <pc:sldChg chg="modSp new mod">
        <pc:chgData name="Dehghanipour, Amir" userId="bf5acb98-fc2e-4ea4-a5e1-9a103c90066c" providerId="ADAL" clId="{D4B46C98-3A64-40E7-8DAC-073D26E8C603}" dt="2024-06-24T13:35:24.951" v="393" actId="1076"/>
        <pc:sldMkLst>
          <pc:docMk/>
          <pc:sldMk cId="830271000" sldId="256"/>
        </pc:sldMkLst>
        <pc:spChg chg="mod">
          <ac:chgData name="Dehghanipour, Amir" userId="bf5acb98-fc2e-4ea4-a5e1-9a103c90066c" providerId="ADAL" clId="{D4B46C98-3A64-40E7-8DAC-073D26E8C603}" dt="2024-06-24T13:35:00.298" v="360" actId="20577"/>
          <ac:spMkLst>
            <pc:docMk/>
            <pc:sldMk cId="830271000" sldId="256"/>
            <ac:spMk id="2" creationId="{264A349A-3E86-F19E-22AC-257E1B1BCE9C}"/>
          </ac:spMkLst>
        </pc:spChg>
        <pc:spChg chg="mod">
          <ac:chgData name="Dehghanipour, Amir" userId="bf5acb98-fc2e-4ea4-a5e1-9a103c90066c" providerId="ADAL" clId="{D4B46C98-3A64-40E7-8DAC-073D26E8C603}" dt="2024-06-24T13:35:24.951" v="393" actId="1076"/>
          <ac:spMkLst>
            <pc:docMk/>
            <pc:sldMk cId="830271000" sldId="256"/>
            <ac:spMk id="3" creationId="{554224B5-F97A-6C60-F0CB-ACB15E1B4689}"/>
          </ac:spMkLst>
        </pc:spChg>
      </pc:sldChg>
      <pc:sldChg chg="addSp delSp modSp new mod">
        <pc:chgData name="Dehghanipour, Amir" userId="bf5acb98-fc2e-4ea4-a5e1-9a103c90066c" providerId="ADAL" clId="{D4B46C98-3A64-40E7-8DAC-073D26E8C603}" dt="2024-06-24T12:58:11.583" v="220" actId="20577"/>
        <pc:sldMkLst>
          <pc:docMk/>
          <pc:sldMk cId="513558166" sldId="257"/>
        </pc:sldMkLst>
        <pc:spChg chg="mod">
          <ac:chgData name="Dehghanipour, Amir" userId="bf5acb98-fc2e-4ea4-a5e1-9a103c90066c" providerId="ADAL" clId="{D4B46C98-3A64-40E7-8DAC-073D26E8C603}" dt="2024-06-24T12:58:11.583" v="220" actId="20577"/>
          <ac:spMkLst>
            <pc:docMk/>
            <pc:sldMk cId="513558166" sldId="257"/>
            <ac:spMk id="2" creationId="{29B53C79-D10A-0133-A82F-EDECE99C7278}"/>
          </ac:spMkLst>
        </pc:spChg>
        <pc:spChg chg="del">
          <ac:chgData name="Dehghanipour, Amir" userId="bf5acb98-fc2e-4ea4-a5e1-9a103c90066c" providerId="ADAL" clId="{D4B46C98-3A64-40E7-8DAC-073D26E8C603}" dt="2024-06-24T12:35:03.709" v="2" actId="478"/>
          <ac:spMkLst>
            <pc:docMk/>
            <pc:sldMk cId="513558166" sldId="257"/>
            <ac:spMk id="3" creationId="{42B2ED0C-8AFB-19A8-5948-2B338E3F11FD}"/>
          </ac:spMkLst>
        </pc:spChg>
        <pc:picChg chg="add del mod">
          <ac:chgData name="Dehghanipour, Amir" userId="bf5acb98-fc2e-4ea4-a5e1-9a103c90066c" providerId="ADAL" clId="{D4B46C98-3A64-40E7-8DAC-073D26E8C603}" dt="2024-06-24T12:39:36.862" v="55" actId="478"/>
          <ac:picMkLst>
            <pc:docMk/>
            <pc:sldMk cId="513558166" sldId="257"/>
            <ac:picMk id="5" creationId="{550B8357-3544-1F94-700E-26D56CEE4060}"/>
          </ac:picMkLst>
        </pc:picChg>
        <pc:picChg chg="add del mod">
          <ac:chgData name="Dehghanipour, Amir" userId="bf5acb98-fc2e-4ea4-a5e1-9a103c90066c" providerId="ADAL" clId="{D4B46C98-3A64-40E7-8DAC-073D26E8C603}" dt="2024-06-24T12:40:05.314" v="60" actId="478"/>
          <ac:picMkLst>
            <pc:docMk/>
            <pc:sldMk cId="513558166" sldId="257"/>
            <ac:picMk id="7" creationId="{D85A138E-1D8F-3088-CB19-63A6DD288BFF}"/>
          </ac:picMkLst>
        </pc:picChg>
        <pc:picChg chg="add mod ord">
          <ac:chgData name="Dehghanipour, Amir" userId="bf5acb98-fc2e-4ea4-a5e1-9a103c90066c" providerId="ADAL" clId="{D4B46C98-3A64-40E7-8DAC-073D26E8C603}" dt="2024-06-24T12:44:31.121" v="76" actId="167"/>
          <ac:picMkLst>
            <pc:docMk/>
            <pc:sldMk cId="513558166" sldId="257"/>
            <ac:picMk id="9" creationId="{6DBC5C72-D9E8-6F5E-1884-3BD7558BA43C}"/>
          </ac:picMkLst>
        </pc:picChg>
        <pc:picChg chg="add del mod">
          <ac:chgData name="Dehghanipour, Amir" userId="bf5acb98-fc2e-4ea4-a5e1-9a103c90066c" providerId="ADAL" clId="{D4B46C98-3A64-40E7-8DAC-073D26E8C603}" dt="2024-06-24T12:44:20.820" v="72" actId="478"/>
          <ac:picMkLst>
            <pc:docMk/>
            <pc:sldMk cId="513558166" sldId="257"/>
            <ac:picMk id="11" creationId="{370C7A26-3DFB-45D9-F4ED-699058D821D1}"/>
          </ac:picMkLst>
        </pc:picChg>
        <pc:picChg chg="add del mod">
          <ac:chgData name="Dehghanipour, Amir" userId="bf5acb98-fc2e-4ea4-a5e1-9a103c90066c" providerId="ADAL" clId="{D4B46C98-3A64-40E7-8DAC-073D26E8C603}" dt="2024-06-24T12:51:46.161" v="128" actId="478"/>
          <ac:picMkLst>
            <pc:docMk/>
            <pc:sldMk cId="513558166" sldId="257"/>
            <ac:picMk id="13" creationId="{DE0D0110-D149-2238-F3D2-353299F15D90}"/>
          </ac:picMkLst>
        </pc:picChg>
        <pc:picChg chg="add del mod">
          <ac:chgData name="Dehghanipour, Amir" userId="bf5acb98-fc2e-4ea4-a5e1-9a103c90066c" providerId="ADAL" clId="{D4B46C98-3A64-40E7-8DAC-073D26E8C603}" dt="2024-06-24T12:52:23.160" v="133" actId="478"/>
          <ac:picMkLst>
            <pc:docMk/>
            <pc:sldMk cId="513558166" sldId="257"/>
            <ac:picMk id="15" creationId="{5E7BE19D-F391-5FCC-847F-4911D0201976}"/>
          </ac:picMkLst>
        </pc:picChg>
        <pc:picChg chg="add del mod">
          <ac:chgData name="Dehghanipour, Amir" userId="bf5acb98-fc2e-4ea4-a5e1-9a103c90066c" providerId="ADAL" clId="{D4B46C98-3A64-40E7-8DAC-073D26E8C603}" dt="2024-06-24T12:53:06.089" v="137" actId="478"/>
          <ac:picMkLst>
            <pc:docMk/>
            <pc:sldMk cId="513558166" sldId="257"/>
            <ac:picMk id="17" creationId="{91162E9E-D522-C5B0-FA24-04F6457FEFA4}"/>
          </ac:picMkLst>
        </pc:picChg>
        <pc:picChg chg="add del mod">
          <ac:chgData name="Dehghanipour, Amir" userId="bf5acb98-fc2e-4ea4-a5e1-9a103c90066c" providerId="ADAL" clId="{D4B46C98-3A64-40E7-8DAC-073D26E8C603}" dt="2024-06-24T12:53:30.299" v="143" actId="478"/>
          <ac:picMkLst>
            <pc:docMk/>
            <pc:sldMk cId="513558166" sldId="257"/>
            <ac:picMk id="19" creationId="{176F9DC5-98B8-28A9-8D2D-7FF27B9980BC}"/>
          </ac:picMkLst>
        </pc:picChg>
        <pc:picChg chg="add mod">
          <ac:chgData name="Dehghanipour, Amir" userId="bf5acb98-fc2e-4ea4-a5e1-9a103c90066c" providerId="ADAL" clId="{D4B46C98-3A64-40E7-8DAC-073D26E8C603}" dt="2024-06-24T12:53:35.498" v="147" actId="1076"/>
          <ac:picMkLst>
            <pc:docMk/>
            <pc:sldMk cId="513558166" sldId="257"/>
            <ac:picMk id="21" creationId="{67E890B4-25D6-2D8A-0400-53560C4BA740}"/>
          </ac:picMkLst>
        </pc:picChg>
      </pc:sldChg>
      <pc:sldChg chg="addSp delSp modSp new mod">
        <pc:chgData name="Dehghanipour, Amir" userId="bf5acb98-fc2e-4ea4-a5e1-9a103c90066c" providerId="ADAL" clId="{D4B46C98-3A64-40E7-8DAC-073D26E8C603}" dt="2024-06-24T13:31:24.659" v="338" actId="1076"/>
        <pc:sldMkLst>
          <pc:docMk/>
          <pc:sldMk cId="2795202449" sldId="258"/>
        </pc:sldMkLst>
        <pc:spChg chg="del">
          <ac:chgData name="Dehghanipour, Amir" userId="bf5acb98-fc2e-4ea4-a5e1-9a103c90066c" providerId="ADAL" clId="{D4B46C98-3A64-40E7-8DAC-073D26E8C603}" dt="2024-06-24T12:45:22.490" v="81" actId="478"/>
          <ac:spMkLst>
            <pc:docMk/>
            <pc:sldMk cId="2795202449" sldId="258"/>
            <ac:spMk id="2" creationId="{3C51A5AF-B0F7-5A4C-FAE2-AA0AE900AA5C}"/>
          </ac:spMkLst>
        </pc:spChg>
        <pc:spChg chg="del">
          <ac:chgData name="Dehghanipour, Amir" userId="bf5acb98-fc2e-4ea4-a5e1-9a103c90066c" providerId="ADAL" clId="{D4B46C98-3A64-40E7-8DAC-073D26E8C603}" dt="2024-06-24T12:56:06.027" v="158" actId="478"/>
          <ac:spMkLst>
            <pc:docMk/>
            <pc:sldMk cId="2795202449" sldId="258"/>
            <ac:spMk id="3" creationId="{DF8E7626-69A9-296E-1060-5E22B92DD316}"/>
          </ac:spMkLst>
        </pc:spChg>
        <pc:spChg chg="add mod">
          <ac:chgData name="Dehghanipour, Amir" userId="bf5acb98-fc2e-4ea4-a5e1-9a103c90066c" providerId="ADAL" clId="{D4B46C98-3A64-40E7-8DAC-073D26E8C603}" dt="2024-06-24T12:58:15.348" v="221" actId="20577"/>
          <ac:spMkLst>
            <pc:docMk/>
            <pc:sldMk cId="2795202449" sldId="258"/>
            <ac:spMk id="4" creationId="{5FDAF37F-8D1D-855A-4763-8E707DD8087C}"/>
          </ac:spMkLst>
        </pc:spChg>
        <pc:picChg chg="add mod modCrop">
          <ac:chgData name="Dehghanipour, Amir" userId="bf5acb98-fc2e-4ea4-a5e1-9a103c90066c" providerId="ADAL" clId="{D4B46C98-3A64-40E7-8DAC-073D26E8C603}" dt="2024-06-24T12:56:08.282" v="159" actId="1076"/>
          <ac:picMkLst>
            <pc:docMk/>
            <pc:sldMk cId="2795202449" sldId="258"/>
            <ac:picMk id="6" creationId="{C16F13C3-3922-A1DC-B598-E67630B24169}"/>
          </ac:picMkLst>
        </pc:picChg>
        <pc:picChg chg="add del mod">
          <ac:chgData name="Dehghanipour, Amir" userId="bf5acb98-fc2e-4ea4-a5e1-9a103c90066c" providerId="ADAL" clId="{D4B46C98-3A64-40E7-8DAC-073D26E8C603}" dt="2024-06-24T13:30:04.927" v="336" actId="478"/>
          <ac:picMkLst>
            <pc:docMk/>
            <pc:sldMk cId="2795202449" sldId="258"/>
            <ac:picMk id="8" creationId="{966812D1-B6F6-B6CA-9D04-7101B31BA252}"/>
          </ac:picMkLst>
        </pc:picChg>
        <pc:picChg chg="add mod">
          <ac:chgData name="Dehghanipour, Amir" userId="bf5acb98-fc2e-4ea4-a5e1-9a103c90066c" providerId="ADAL" clId="{D4B46C98-3A64-40E7-8DAC-073D26E8C603}" dt="2024-06-24T13:31:24.659" v="338" actId="1076"/>
          <ac:picMkLst>
            <pc:docMk/>
            <pc:sldMk cId="2795202449" sldId="258"/>
            <ac:picMk id="10" creationId="{2A263DDF-6A53-0575-4248-AFFDC6BBD1F8}"/>
          </ac:picMkLst>
        </pc:picChg>
      </pc:sldChg>
      <pc:sldChg chg="new del">
        <pc:chgData name="Dehghanipour, Amir" userId="bf5acb98-fc2e-4ea4-a5e1-9a103c90066c" providerId="ADAL" clId="{D4B46C98-3A64-40E7-8DAC-073D26E8C603}" dt="2024-06-24T12:56:43.337" v="184" actId="47"/>
        <pc:sldMkLst>
          <pc:docMk/>
          <pc:sldMk cId="2156534486" sldId="259"/>
        </pc:sldMkLst>
      </pc:sldChg>
      <pc:sldChg chg="addSp delSp modSp add mod">
        <pc:chgData name="Dehghanipour, Amir" userId="bf5acb98-fc2e-4ea4-a5e1-9a103c90066c" providerId="ADAL" clId="{D4B46C98-3A64-40E7-8DAC-073D26E8C603}" dt="2024-06-24T12:58:06.818" v="219" actId="20577"/>
        <pc:sldMkLst>
          <pc:docMk/>
          <pc:sldMk cId="2385244182" sldId="260"/>
        </pc:sldMkLst>
        <pc:spChg chg="mod">
          <ac:chgData name="Dehghanipour, Amir" userId="bf5acb98-fc2e-4ea4-a5e1-9a103c90066c" providerId="ADAL" clId="{D4B46C98-3A64-40E7-8DAC-073D26E8C603}" dt="2024-06-24T12:58:06.818" v="219" actId="20577"/>
          <ac:spMkLst>
            <pc:docMk/>
            <pc:sldMk cId="2385244182" sldId="260"/>
            <ac:spMk id="2" creationId="{29B53C79-D10A-0133-A82F-EDECE99C7278}"/>
          </ac:spMkLst>
        </pc:spChg>
        <pc:picChg chg="add mod">
          <ac:chgData name="Dehghanipour, Amir" userId="bf5acb98-fc2e-4ea4-a5e1-9a103c90066c" providerId="ADAL" clId="{D4B46C98-3A64-40E7-8DAC-073D26E8C603}" dt="2024-06-24T12:58:00.664" v="218" actId="1076"/>
          <ac:picMkLst>
            <pc:docMk/>
            <pc:sldMk cId="2385244182" sldId="260"/>
            <ac:picMk id="4" creationId="{064659B6-0803-28CD-285B-F6288ED3AC46}"/>
          </ac:picMkLst>
        </pc:picChg>
        <pc:picChg chg="del">
          <ac:chgData name="Dehghanipour, Amir" userId="bf5acb98-fc2e-4ea4-a5e1-9a103c90066c" providerId="ADAL" clId="{D4B46C98-3A64-40E7-8DAC-073D26E8C603}" dt="2024-06-24T12:57:31.081" v="213" actId="478"/>
          <ac:picMkLst>
            <pc:docMk/>
            <pc:sldMk cId="2385244182" sldId="260"/>
            <ac:picMk id="9" creationId="{6DBC5C72-D9E8-6F5E-1884-3BD7558BA43C}"/>
          </ac:picMkLst>
        </pc:picChg>
        <pc:picChg chg="del">
          <ac:chgData name="Dehghanipour, Amir" userId="bf5acb98-fc2e-4ea4-a5e1-9a103c90066c" providerId="ADAL" clId="{D4B46C98-3A64-40E7-8DAC-073D26E8C603}" dt="2024-06-24T12:57:33.272" v="214" actId="478"/>
          <ac:picMkLst>
            <pc:docMk/>
            <pc:sldMk cId="2385244182" sldId="260"/>
            <ac:picMk id="21" creationId="{67E890B4-25D6-2D8A-0400-53560C4BA740}"/>
          </ac:picMkLst>
        </pc:picChg>
      </pc:sldChg>
      <pc:sldChg chg="addSp delSp modSp add mod">
        <pc:chgData name="Dehghanipour, Amir" userId="bf5acb98-fc2e-4ea4-a5e1-9a103c90066c" providerId="ADAL" clId="{D4B46C98-3A64-40E7-8DAC-073D26E8C603}" dt="2024-06-24T13:32:23.321" v="341" actId="1076"/>
        <pc:sldMkLst>
          <pc:docMk/>
          <pc:sldMk cId="2671654528" sldId="261"/>
        </pc:sldMkLst>
        <pc:spChg chg="mod">
          <ac:chgData name="Dehghanipour, Amir" userId="bf5acb98-fc2e-4ea4-a5e1-9a103c90066c" providerId="ADAL" clId="{D4B46C98-3A64-40E7-8DAC-073D26E8C603}" dt="2024-06-24T12:58:58.528" v="250" actId="20577"/>
          <ac:spMkLst>
            <pc:docMk/>
            <pc:sldMk cId="2671654528" sldId="261"/>
            <ac:spMk id="4" creationId="{5FDAF37F-8D1D-855A-4763-8E707DD8087C}"/>
          </ac:spMkLst>
        </pc:spChg>
        <pc:picChg chg="add mod">
          <ac:chgData name="Dehghanipour, Amir" userId="bf5acb98-fc2e-4ea4-a5e1-9a103c90066c" providerId="ADAL" clId="{D4B46C98-3A64-40E7-8DAC-073D26E8C603}" dt="2024-06-24T13:18:38.518" v="309" actId="14100"/>
          <ac:picMkLst>
            <pc:docMk/>
            <pc:sldMk cId="2671654528" sldId="261"/>
            <ac:picMk id="2" creationId="{CBD472E4-B114-CEE5-C620-FA5EEF7E8344}"/>
          </ac:picMkLst>
        </pc:picChg>
        <pc:picChg chg="del">
          <ac:chgData name="Dehghanipour, Amir" userId="bf5acb98-fc2e-4ea4-a5e1-9a103c90066c" providerId="ADAL" clId="{D4B46C98-3A64-40E7-8DAC-073D26E8C603}" dt="2024-06-24T13:07:43.218" v="251" actId="478"/>
          <ac:picMkLst>
            <pc:docMk/>
            <pc:sldMk cId="2671654528" sldId="261"/>
            <ac:picMk id="6" creationId="{C16F13C3-3922-A1DC-B598-E67630B24169}"/>
          </ac:picMkLst>
        </pc:picChg>
        <pc:picChg chg="add mod">
          <ac:chgData name="Dehghanipour, Amir" userId="bf5acb98-fc2e-4ea4-a5e1-9a103c90066c" providerId="ADAL" clId="{D4B46C98-3A64-40E7-8DAC-073D26E8C603}" dt="2024-06-24T13:18:38.518" v="309" actId="14100"/>
          <ac:picMkLst>
            <pc:docMk/>
            <pc:sldMk cId="2671654528" sldId="261"/>
            <ac:picMk id="7" creationId="{3B2ABCA4-5EEF-2E7B-BFD8-4BBF8F5798AF}"/>
          </ac:picMkLst>
        </pc:picChg>
        <pc:picChg chg="del">
          <ac:chgData name="Dehghanipour, Amir" userId="bf5acb98-fc2e-4ea4-a5e1-9a103c90066c" providerId="ADAL" clId="{D4B46C98-3A64-40E7-8DAC-073D26E8C603}" dt="2024-06-24T13:07:43.718" v="252" actId="478"/>
          <ac:picMkLst>
            <pc:docMk/>
            <pc:sldMk cId="2671654528" sldId="261"/>
            <ac:picMk id="8" creationId="{966812D1-B6F6-B6CA-9D04-7101B31BA252}"/>
          </ac:picMkLst>
        </pc:picChg>
        <pc:picChg chg="add mod">
          <ac:chgData name="Dehghanipour, Amir" userId="bf5acb98-fc2e-4ea4-a5e1-9a103c90066c" providerId="ADAL" clId="{D4B46C98-3A64-40E7-8DAC-073D26E8C603}" dt="2024-06-24T13:18:38.518" v="309" actId="14100"/>
          <ac:picMkLst>
            <pc:docMk/>
            <pc:sldMk cId="2671654528" sldId="261"/>
            <ac:picMk id="9" creationId="{D63CA867-FF3B-04CC-87CF-5BA9DED5496A}"/>
          </ac:picMkLst>
        </pc:picChg>
        <pc:picChg chg="add mod">
          <ac:chgData name="Dehghanipour, Amir" userId="bf5acb98-fc2e-4ea4-a5e1-9a103c90066c" providerId="ADAL" clId="{D4B46C98-3A64-40E7-8DAC-073D26E8C603}" dt="2024-06-24T13:18:38.518" v="309" actId="14100"/>
          <ac:picMkLst>
            <pc:docMk/>
            <pc:sldMk cId="2671654528" sldId="261"/>
            <ac:picMk id="10" creationId="{473B7E8B-803D-1407-6F1F-FA0647132F76}"/>
          </ac:picMkLst>
        </pc:picChg>
        <pc:picChg chg="add mod">
          <ac:chgData name="Dehghanipour, Amir" userId="bf5acb98-fc2e-4ea4-a5e1-9a103c90066c" providerId="ADAL" clId="{D4B46C98-3A64-40E7-8DAC-073D26E8C603}" dt="2024-06-24T13:18:38.518" v="309" actId="14100"/>
          <ac:picMkLst>
            <pc:docMk/>
            <pc:sldMk cId="2671654528" sldId="261"/>
            <ac:picMk id="14" creationId="{93D78590-6D88-8F34-F090-0291A711E725}"/>
          </ac:picMkLst>
        </pc:picChg>
        <pc:picChg chg="add del mod">
          <ac:chgData name="Dehghanipour, Amir" userId="bf5acb98-fc2e-4ea4-a5e1-9a103c90066c" providerId="ADAL" clId="{D4B46C98-3A64-40E7-8DAC-073D26E8C603}" dt="2024-06-24T13:18:55.741" v="316" actId="478"/>
          <ac:picMkLst>
            <pc:docMk/>
            <pc:sldMk cId="2671654528" sldId="261"/>
            <ac:picMk id="16" creationId="{BA730087-C669-2845-CDC9-AE861970DFBB}"/>
          </ac:picMkLst>
        </pc:picChg>
        <pc:picChg chg="add mod">
          <ac:chgData name="Dehghanipour, Amir" userId="bf5acb98-fc2e-4ea4-a5e1-9a103c90066c" providerId="ADAL" clId="{D4B46C98-3A64-40E7-8DAC-073D26E8C603}" dt="2024-06-24T13:18:38.518" v="309" actId="14100"/>
          <ac:picMkLst>
            <pc:docMk/>
            <pc:sldMk cId="2671654528" sldId="261"/>
            <ac:picMk id="17" creationId="{A9B8574C-A258-5F70-3002-832AD39BD5D0}"/>
          </ac:picMkLst>
        </pc:picChg>
        <pc:picChg chg="add del mod">
          <ac:chgData name="Dehghanipour, Amir" userId="bf5acb98-fc2e-4ea4-a5e1-9a103c90066c" providerId="ADAL" clId="{D4B46C98-3A64-40E7-8DAC-073D26E8C603}" dt="2024-06-24T13:11:58.307" v="254" actId="478"/>
          <ac:picMkLst>
            <pc:docMk/>
            <pc:sldMk cId="2671654528" sldId="261"/>
            <ac:picMk id="19" creationId="{A1AA13C1-FA8A-3E68-C1B5-10F7F563D255}"/>
          </ac:picMkLst>
        </pc:picChg>
        <pc:picChg chg="add mod">
          <ac:chgData name="Dehghanipour, Amir" userId="bf5acb98-fc2e-4ea4-a5e1-9a103c90066c" providerId="ADAL" clId="{D4B46C98-3A64-40E7-8DAC-073D26E8C603}" dt="2024-06-24T13:18:38.518" v="309" actId="14100"/>
          <ac:picMkLst>
            <pc:docMk/>
            <pc:sldMk cId="2671654528" sldId="261"/>
            <ac:picMk id="20" creationId="{891318F3-5A08-7F41-7972-990212979F09}"/>
          </ac:picMkLst>
        </pc:picChg>
        <pc:picChg chg="add del mod">
          <ac:chgData name="Dehghanipour, Amir" userId="bf5acb98-fc2e-4ea4-a5e1-9a103c90066c" providerId="ADAL" clId="{D4B46C98-3A64-40E7-8DAC-073D26E8C603}" dt="2024-06-24T13:12:53.731" v="258" actId="478"/>
          <ac:picMkLst>
            <pc:docMk/>
            <pc:sldMk cId="2671654528" sldId="261"/>
            <ac:picMk id="21" creationId="{0590F90C-D361-49EE-4877-D0AFB5800A34}"/>
          </ac:picMkLst>
        </pc:picChg>
        <pc:picChg chg="add del mod">
          <ac:chgData name="Dehghanipour, Amir" userId="bf5acb98-fc2e-4ea4-a5e1-9a103c90066c" providerId="ADAL" clId="{D4B46C98-3A64-40E7-8DAC-073D26E8C603}" dt="2024-06-24T13:13:03.681" v="263" actId="478"/>
          <ac:picMkLst>
            <pc:docMk/>
            <pc:sldMk cId="2671654528" sldId="261"/>
            <ac:picMk id="25" creationId="{339D5992-C072-8FA5-76BC-7B8086519D84}"/>
          </ac:picMkLst>
        </pc:picChg>
        <pc:picChg chg="add mod">
          <ac:chgData name="Dehghanipour, Amir" userId="bf5acb98-fc2e-4ea4-a5e1-9a103c90066c" providerId="ADAL" clId="{D4B46C98-3A64-40E7-8DAC-073D26E8C603}" dt="2024-06-24T13:18:38.518" v="309" actId="14100"/>
          <ac:picMkLst>
            <pc:docMk/>
            <pc:sldMk cId="2671654528" sldId="261"/>
            <ac:picMk id="27" creationId="{0131568A-294B-5A1B-B3E6-627C27912513}"/>
          </ac:picMkLst>
        </pc:picChg>
        <pc:picChg chg="add del mod">
          <ac:chgData name="Dehghanipour, Amir" userId="bf5acb98-fc2e-4ea4-a5e1-9a103c90066c" providerId="ADAL" clId="{D4B46C98-3A64-40E7-8DAC-073D26E8C603}" dt="2024-06-24T13:32:17.764" v="339" actId="478"/>
          <ac:picMkLst>
            <pc:docMk/>
            <pc:sldMk cId="2671654528" sldId="261"/>
            <ac:picMk id="29" creationId="{09B81C11-1C3D-80E7-6AD6-3087A64B0E44}"/>
          </ac:picMkLst>
        </pc:picChg>
        <pc:picChg chg="add mod">
          <ac:chgData name="Dehghanipour, Amir" userId="bf5acb98-fc2e-4ea4-a5e1-9a103c90066c" providerId="ADAL" clId="{D4B46C98-3A64-40E7-8DAC-073D26E8C603}" dt="2024-06-24T13:32:23.321" v="341" actId="1076"/>
          <ac:picMkLst>
            <pc:docMk/>
            <pc:sldMk cId="2671654528" sldId="261"/>
            <ac:picMk id="41" creationId="{707CFD05-CBAC-194A-06B4-4C2A5F54B977}"/>
          </ac:picMkLst>
        </pc:picChg>
        <pc:cxnChg chg="add mod">
          <ac:chgData name="Dehghanipour, Amir" userId="bf5acb98-fc2e-4ea4-a5e1-9a103c90066c" providerId="ADAL" clId="{D4B46C98-3A64-40E7-8DAC-073D26E8C603}" dt="2024-06-24T13:18:38.518" v="309" actId="14100"/>
          <ac:cxnSpMkLst>
            <pc:docMk/>
            <pc:sldMk cId="2671654528" sldId="261"/>
            <ac:cxnSpMk id="3" creationId="{DB13518C-13D9-B2A7-8F07-D2351181BE50}"/>
          </ac:cxnSpMkLst>
        </pc:cxnChg>
        <pc:cxnChg chg="add mod">
          <ac:chgData name="Dehghanipour, Amir" userId="bf5acb98-fc2e-4ea4-a5e1-9a103c90066c" providerId="ADAL" clId="{D4B46C98-3A64-40E7-8DAC-073D26E8C603}" dt="2024-06-24T13:18:38.518" v="309" actId="14100"/>
          <ac:cxnSpMkLst>
            <pc:docMk/>
            <pc:sldMk cId="2671654528" sldId="261"/>
            <ac:cxnSpMk id="5" creationId="{C03CC7C8-C3FE-6919-AD42-10B4E31DDD10}"/>
          </ac:cxnSpMkLst>
        </pc:cxnChg>
        <pc:cxnChg chg="add mod">
          <ac:chgData name="Dehghanipour, Amir" userId="bf5acb98-fc2e-4ea4-a5e1-9a103c90066c" providerId="ADAL" clId="{D4B46C98-3A64-40E7-8DAC-073D26E8C603}" dt="2024-06-24T13:18:38.518" v="309" actId="14100"/>
          <ac:cxnSpMkLst>
            <pc:docMk/>
            <pc:sldMk cId="2671654528" sldId="261"/>
            <ac:cxnSpMk id="11" creationId="{7ED91AE4-0A7C-5AF5-990C-BA472D2DBB3A}"/>
          </ac:cxnSpMkLst>
        </pc:cxnChg>
        <pc:cxnChg chg="add mod">
          <ac:chgData name="Dehghanipour, Amir" userId="bf5acb98-fc2e-4ea4-a5e1-9a103c90066c" providerId="ADAL" clId="{D4B46C98-3A64-40E7-8DAC-073D26E8C603}" dt="2024-06-24T13:18:38.518" v="309" actId="14100"/>
          <ac:cxnSpMkLst>
            <pc:docMk/>
            <pc:sldMk cId="2671654528" sldId="261"/>
            <ac:cxnSpMk id="12" creationId="{A851169A-6CE8-A395-CA8D-A5F4E13F485D}"/>
          </ac:cxnSpMkLst>
        </pc:cxnChg>
        <pc:cxnChg chg="add mod">
          <ac:chgData name="Dehghanipour, Amir" userId="bf5acb98-fc2e-4ea4-a5e1-9a103c90066c" providerId="ADAL" clId="{D4B46C98-3A64-40E7-8DAC-073D26E8C603}" dt="2024-06-24T13:18:38.518" v="309" actId="14100"/>
          <ac:cxnSpMkLst>
            <pc:docMk/>
            <pc:sldMk cId="2671654528" sldId="261"/>
            <ac:cxnSpMk id="13" creationId="{BA44ADB4-8762-490E-0193-D96F15943F1C}"/>
          </ac:cxnSpMkLst>
        </pc:cxnChg>
        <pc:cxnChg chg="add mod">
          <ac:chgData name="Dehghanipour, Amir" userId="bf5acb98-fc2e-4ea4-a5e1-9a103c90066c" providerId="ADAL" clId="{D4B46C98-3A64-40E7-8DAC-073D26E8C603}" dt="2024-06-24T13:18:38.518" v="309" actId="14100"/>
          <ac:cxnSpMkLst>
            <pc:docMk/>
            <pc:sldMk cId="2671654528" sldId="261"/>
            <ac:cxnSpMk id="15" creationId="{A4D07403-C24F-836B-2DBD-6E068C879352}"/>
          </ac:cxnSpMkLst>
        </pc:cxnChg>
        <pc:cxnChg chg="add mod">
          <ac:chgData name="Dehghanipour, Amir" userId="bf5acb98-fc2e-4ea4-a5e1-9a103c90066c" providerId="ADAL" clId="{D4B46C98-3A64-40E7-8DAC-073D26E8C603}" dt="2024-06-24T13:18:38.518" v="309" actId="14100"/>
          <ac:cxnSpMkLst>
            <pc:docMk/>
            <pc:sldMk cId="2671654528" sldId="261"/>
            <ac:cxnSpMk id="18" creationId="{C298CB90-CDFC-C8F6-1287-536E3CEEA4D8}"/>
          </ac:cxnSpMkLst>
        </pc:cxnChg>
        <pc:cxnChg chg="add mod">
          <ac:chgData name="Dehghanipour, Amir" userId="bf5acb98-fc2e-4ea4-a5e1-9a103c90066c" providerId="ADAL" clId="{D4B46C98-3A64-40E7-8DAC-073D26E8C603}" dt="2024-06-24T13:18:45.401" v="311" actId="1076"/>
          <ac:cxnSpMkLst>
            <pc:docMk/>
            <pc:sldMk cId="2671654528" sldId="261"/>
            <ac:cxnSpMk id="22" creationId="{B77E2476-366B-C078-1E40-56A7C835FE3B}"/>
          </ac:cxnSpMkLst>
        </pc:cxnChg>
        <pc:cxnChg chg="add del mod">
          <ac:chgData name="Dehghanipour, Amir" userId="bf5acb98-fc2e-4ea4-a5e1-9a103c90066c" providerId="ADAL" clId="{D4B46C98-3A64-40E7-8DAC-073D26E8C603}" dt="2024-06-24T13:18:59.161" v="318" actId="478"/>
          <ac:cxnSpMkLst>
            <pc:docMk/>
            <pc:sldMk cId="2671654528" sldId="261"/>
            <ac:cxnSpMk id="23" creationId="{2B8231FE-B161-B378-1141-C80FBF99C68C}"/>
          </ac:cxnSpMkLst>
        </pc:cxnChg>
      </pc:sldChg>
      <pc:sldChg chg="addSp delSp modSp new mod">
        <pc:chgData name="Dehghanipour, Amir" userId="bf5acb98-fc2e-4ea4-a5e1-9a103c90066c" providerId="ADAL" clId="{D4B46C98-3A64-40E7-8DAC-073D26E8C603}" dt="2024-06-24T13:34:45.829" v="349" actId="22"/>
        <pc:sldMkLst>
          <pc:docMk/>
          <pc:sldMk cId="2970268611" sldId="262"/>
        </pc:sldMkLst>
        <pc:spChg chg="del">
          <ac:chgData name="Dehghanipour, Amir" userId="bf5acb98-fc2e-4ea4-a5e1-9a103c90066c" providerId="ADAL" clId="{D4B46C98-3A64-40E7-8DAC-073D26E8C603}" dt="2024-06-24T13:19:13.860" v="320" actId="478"/>
          <ac:spMkLst>
            <pc:docMk/>
            <pc:sldMk cId="2970268611" sldId="262"/>
            <ac:spMk id="2" creationId="{B68C5C36-A4BB-2AC1-77AD-379960D12627}"/>
          </ac:spMkLst>
        </pc:spChg>
        <pc:spChg chg="del">
          <ac:chgData name="Dehghanipour, Amir" userId="bf5acb98-fc2e-4ea4-a5e1-9a103c90066c" providerId="ADAL" clId="{D4B46C98-3A64-40E7-8DAC-073D26E8C603}" dt="2024-06-24T13:20:54.341" v="325" actId="22"/>
          <ac:spMkLst>
            <pc:docMk/>
            <pc:sldMk cId="2970268611" sldId="262"/>
            <ac:spMk id="3" creationId="{FED02BBE-4C03-644B-C0AF-F6AC35539673}"/>
          </ac:spMkLst>
        </pc:spChg>
        <pc:spChg chg="add mod">
          <ac:chgData name="Dehghanipour, Amir" userId="bf5acb98-fc2e-4ea4-a5e1-9a103c90066c" providerId="ADAL" clId="{D4B46C98-3A64-40E7-8DAC-073D26E8C603}" dt="2024-06-24T13:34:44.298" v="348" actId="20577"/>
          <ac:spMkLst>
            <pc:docMk/>
            <pc:sldMk cId="2970268611" sldId="262"/>
            <ac:spMk id="4" creationId="{0E67E9C0-D37F-9A66-7435-6E2E2492506B}"/>
          </ac:spMkLst>
        </pc:spChg>
        <pc:spChg chg="add del mod">
          <ac:chgData name="Dehghanipour, Amir" userId="bf5acb98-fc2e-4ea4-a5e1-9a103c90066c" providerId="ADAL" clId="{D4B46C98-3A64-40E7-8DAC-073D26E8C603}" dt="2024-06-24T13:21:25.177" v="330" actId="478"/>
          <ac:spMkLst>
            <pc:docMk/>
            <pc:sldMk cId="2970268611" sldId="262"/>
            <ac:spMk id="8" creationId="{F63AAF01-7E3B-1388-6EC2-35EB6C3D6F36}"/>
          </ac:spMkLst>
        </pc:spChg>
        <pc:picChg chg="add del mod ord">
          <ac:chgData name="Dehghanipour, Amir" userId="bf5acb98-fc2e-4ea4-a5e1-9a103c90066c" providerId="ADAL" clId="{D4B46C98-3A64-40E7-8DAC-073D26E8C603}" dt="2024-06-24T13:21:19.543" v="327" actId="478"/>
          <ac:picMkLst>
            <pc:docMk/>
            <pc:sldMk cId="2970268611" sldId="262"/>
            <ac:picMk id="6" creationId="{5EB88F56-CF0E-5A31-6FF2-6F21F1F4BCE3}"/>
          </ac:picMkLst>
        </pc:picChg>
        <pc:picChg chg="add del mod">
          <ac:chgData name="Dehghanipour, Amir" userId="bf5acb98-fc2e-4ea4-a5e1-9a103c90066c" providerId="ADAL" clId="{D4B46C98-3A64-40E7-8DAC-073D26E8C603}" dt="2024-06-24T13:34:36.475" v="345" actId="478"/>
          <ac:picMkLst>
            <pc:docMk/>
            <pc:sldMk cId="2970268611" sldId="262"/>
            <ac:picMk id="10" creationId="{5A99F7A6-59C6-B12A-AB34-428591501904}"/>
          </ac:picMkLst>
        </pc:picChg>
        <pc:picChg chg="add del mod">
          <ac:chgData name="Dehghanipour, Amir" userId="bf5acb98-fc2e-4ea4-a5e1-9a103c90066c" providerId="ADAL" clId="{D4B46C98-3A64-40E7-8DAC-073D26E8C603}" dt="2024-06-24T13:33:23.338" v="342" actId="478"/>
          <ac:picMkLst>
            <pc:docMk/>
            <pc:sldMk cId="2970268611" sldId="262"/>
            <ac:picMk id="12" creationId="{0FEE64BE-4B49-FA3A-F129-4F637C165588}"/>
          </ac:picMkLst>
        </pc:picChg>
        <pc:picChg chg="add del mod">
          <ac:chgData name="Dehghanipour, Amir" userId="bf5acb98-fc2e-4ea4-a5e1-9a103c90066c" providerId="ADAL" clId="{D4B46C98-3A64-40E7-8DAC-073D26E8C603}" dt="2024-06-24T13:34:38.205" v="346" actId="478"/>
          <ac:picMkLst>
            <pc:docMk/>
            <pc:sldMk cId="2970268611" sldId="262"/>
            <ac:picMk id="14" creationId="{31340BA3-9047-115F-724B-B0F8ECA4AB07}"/>
          </ac:picMkLst>
        </pc:picChg>
        <pc:picChg chg="add">
          <ac:chgData name="Dehghanipour, Amir" userId="bf5acb98-fc2e-4ea4-a5e1-9a103c90066c" providerId="ADAL" clId="{D4B46C98-3A64-40E7-8DAC-073D26E8C603}" dt="2024-06-24T13:34:45.829" v="349" actId="22"/>
          <ac:picMkLst>
            <pc:docMk/>
            <pc:sldMk cId="2970268611" sldId="262"/>
            <ac:picMk id="16" creationId="{961BB788-C820-C81D-5A7B-02E62C78AC41}"/>
          </ac:picMkLst>
        </pc:picChg>
      </pc:sldChg>
      <pc:sldChg chg="new del">
        <pc:chgData name="Dehghanipour, Amir" userId="bf5acb98-fc2e-4ea4-a5e1-9a103c90066c" providerId="ADAL" clId="{D4B46C98-3A64-40E7-8DAC-073D26E8C603}" dt="2024-06-24T13:34:41.615" v="347" actId="47"/>
        <pc:sldMkLst>
          <pc:docMk/>
          <pc:sldMk cId="3033953932" sldId="263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8F4B4-CC58-3FE3-4412-48626D939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8A4A20-3869-0035-CC29-C50B97EC57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466648-03E1-DE47-28A9-691E7C9CD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50DF-D801-4F4B-B21C-5498A66D8D6D}" type="datetimeFigureOut">
              <a:rPr lang="nl-NL" smtClean="0"/>
              <a:t>24-6-2024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8478E-1BB4-410C-E676-03857969A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1A67F-869B-2604-058B-2034D0A743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746A-8E85-4FDD-BE85-BA08C6746A3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041364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45BAE-94D5-7C63-FC67-012BF482B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88B27-C6D8-AA26-218B-67B19A80E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CC8A42-787B-3FF6-80B7-892E96EF8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50DF-D801-4F4B-B21C-5498A66D8D6D}" type="datetimeFigureOut">
              <a:rPr lang="nl-NL" smtClean="0"/>
              <a:t>24-6-2024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931C52-26A9-6AE2-0870-4C69E87C9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94AA80-27FC-BA0C-C436-B18A4382B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746A-8E85-4FDD-BE85-BA08C6746A3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379989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90E321-B6F4-1C8E-39CE-95165BBF0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D94DE-1F3B-624C-C17F-3DF258C8BF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1BAEC7-4E8D-E6D3-0762-9992D69D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50DF-D801-4F4B-B21C-5498A66D8D6D}" type="datetimeFigureOut">
              <a:rPr lang="nl-NL" smtClean="0"/>
              <a:t>24-6-2024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4FBEF-22BD-72FC-2C46-517833662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11B2C1-3057-B7E3-06F1-673BF1B14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746A-8E85-4FDD-BE85-BA08C6746A3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1254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17546-27E4-909C-C4F8-1AB343E4D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6B5E1-05C5-E3E8-ADFE-C2DB0DBDB1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AF9226-CF89-67E6-D318-054B97B70A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2215566-4965-5570-9A9D-D60658E33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50DF-D801-4F4B-B21C-5498A66D8D6D}" type="datetimeFigureOut">
              <a:rPr lang="nl-NL" smtClean="0"/>
              <a:t>24-6-2024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5D5687-0A26-E253-7CB6-868A29281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3A0A09-8C3A-C841-595B-41DB28A83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746A-8E85-4FDD-BE85-BA08C6746A3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434993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1ED63-239B-9314-2F6A-F527C845F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BBF2C-E3C1-4FC6-27BD-C38953BDF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E8F5D8-122C-426E-2556-FC0E13408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F7B41D-6133-E7C7-F178-4873604A1F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1BB523-87DC-EE3F-5F10-7A20234797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DF9DD3-9BE9-2EB7-748B-F0D498E6D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50DF-D801-4F4B-B21C-5498A66D8D6D}" type="datetimeFigureOut">
              <a:rPr lang="nl-NL" smtClean="0"/>
              <a:t>24-6-2024</a:t>
            </a:fld>
            <a:endParaRPr lang="nl-N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C30605-DA69-A546-86BA-F9DE5427C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2F629AD-7FA1-7E38-FAC4-77E96EC80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746A-8E85-4FDD-BE85-BA08C6746A3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80160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D4DBBE-5016-0A11-8C38-35B3100C0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3D9DFE-72B8-CACB-B2C0-EDED57FA1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50DF-D801-4F4B-B21C-5498A66D8D6D}" type="datetimeFigureOut">
              <a:rPr lang="nl-NL" smtClean="0"/>
              <a:t>24-6-2024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BD3002-8F79-8764-1EC2-F5FFDAC44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CE8BC1-620F-4DC0-0C73-4543DC4D4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746A-8E85-4FDD-BE85-BA08C6746A3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0458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87840C-278A-F398-CA36-D7F34F2BDD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50DF-D801-4F4B-B21C-5498A66D8D6D}" type="datetimeFigureOut">
              <a:rPr lang="nl-NL" smtClean="0"/>
              <a:t>24-6-2024</a:t>
            </a:fld>
            <a:endParaRPr lang="nl-N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374F2-8F23-2649-8E29-E22FA3F05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28BC7-1336-2FF4-8FBF-DB038F57D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746A-8E85-4FDD-BE85-BA08C6746A3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95217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66519-9644-664A-53D0-B602D3873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19FFD-72C8-3189-E990-C26B7B04A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10A9D8-F39D-70BB-E655-6D6FC8549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CAF566-C995-143C-F78E-64FEC109F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50DF-D801-4F4B-B21C-5498A66D8D6D}" type="datetimeFigureOut">
              <a:rPr lang="nl-NL" smtClean="0"/>
              <a:t>24-6-2024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96A09-E7E4-574D-72FF-4F223AF5FD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7279E9-7445-5270-978A-479784500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746A-8E85-4FDD-BE85-BA08C6746A3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028275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01BDD-D744-48AD-7F10-F197FA711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CCBF9E-DDAF-FB4D-2617-1091ACECAD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3B6974-9693-6020-27E3-ECDAFF9C3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1ABE0F-6650-F824-694D-C57E98243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50DF-D801-4F4B-B21C-5498A66D8D6D}" type="datetimeFigureOut">
              <a:rPr lang="nl-NL" smtClean="0"/>
              <a:t>24-6-2024</a:t>
            </a:fld>
            <a:endParaRPr lang="nl-N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BAFECD-EF35-3F8F-5A25-F48DC692E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8EFC0E-40DE-C5A9-2B4B-43F3DE644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746A-8E85-4FDD-BE85-BA08C6746A3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72455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0EC7DF-E525-81AE-C702-3DC6E6C0B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4FAA5-1E4A-6F62-B928-0E4409163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86B002-39FA-393D-CC22-FA7109F17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50DF-D801-4F4B-B21C-5498A66D8D6D}" type="datetimeFigureOut">
              <a:rPr lang="nl-NL" smtClean="0"/>
              <a:t>24-6-2024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A3F85-95CF-C92B-6EFD-C6D7321EB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47A8D-8B6B-9515-1070-D2E334B02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746A-8E85-4FDD-BE85-BA08C6746A3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53634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EFABC1-E06A-818C-7B0B-622BE39F5F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0E8179-54E4-0C4C-858D-91D1C9AB04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A65B9-BCFC-A680-3581-5C7F8EB4E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50DF-D801-4F4B-B21C-5498A66D8D6D}" type="datetimeFigureOut">
              <a:rPr lang="nl-NL" smtClean="0"/>
              <a:t>24-6-2024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7D1045-DA5F-94F0-D39D-C9BF5596C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E94B7-CEB4-E6DF-C096-FCC674F1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D746A-8E85-4FDD-BE85-BA08C6746A3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75935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972D5B-14E9-7DC7-C789-5E2840D1C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D3FDCA-A961-E463-0CE6-3410C65AA2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BE28C-0152-7326-5002-801F852930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50DF-D801-4F4B-B21C-5498A66D8D6D}" type="datetimeFigureOut">
              <a:rPr lang="nl-NL" smtClean="0"/>
              <a:t>24-6-2024</a:t>
            </a:fld>
            <a:endParaRPr lang="nl-N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6D3B7-5376-1199-B460-A7DACFE40C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618D4A-6710-8532-044A-70433CA057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D746A-8E85-4FDD-BE85-BA08C6746A39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7035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349A-3E86-F19E-22AC-257E1B1BCE9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l-NL" dirty="0"/>
              <a:t>ArcGIS tool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224B5-F97A-6C60-F0CB-ACB15E1B4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4870" y="5350451"/>
            <a:ext cx="9144000" cy="1655762"/>
          </a:xfrm>
        </p:spPr>
        <p:txBody>
          <a:bodyPr/>
          <a:lstStyle/>
          <a:p>
            <a:r>
              <a:rPr lang="nl-NL" dirty="0"/>
              <a:t>Amir Dehghanipour</a:t>
            </a:r>
          </a:p>
          <a:p>
            <a:r>
              <a:rPr lang="nl-NL" dirty="0"/>
              <a:t>24-06-2024</a:t>
            </a:r>
          </a:p>
        </p:txBody>
      </p:sp>
    </p:spTree>
    <p:extLst>
      <p:ext uri="{BB962C8B-B14F-4D97-AF65-F5344CB8AC3E}">
        <p14:creationId xmlns:p14="http://schemas.microsoft.com/office/powerpoint/2010/main" val="8302710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53C79-D10A-0133-A82F-EDECE99C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169688" cy="589468"/>
          </a:xfrm>
        </p:spPr>
        <p:txBody>
          <a:bodyPr>
            <a:normAutofit/>
          </a:bodyPr>
          <a:lstStyle/>
          <a:p>
            <a:r>
              <a:rPr lang="nl-NL" sz="1800" b="1" dirty="0"/>
              <a:t>Step 1: add </a:t>
            </a:r>
            <a:r>
              <a:rPr lang="nl-NL" sz="1800" b="1" dirty="0">
                <a:solidFill>
                  <a:srgbClr val="FF0000"/>
                </a:solidFill>
              </a:rPr>
              <a:t>import arcpy </a:t>
            </a:r>
            <a:r>
              <a:rPr lang="nl-NL" sz="1800" b="1" dirty="0"/>
              <a:t>package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4659B6-0803-28CD-285B-F6288ED3A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5812" y="1240028"/>
            <a:ext cx="4570188" cy="372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5244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DBC5C72-D9E8-6F5E-1884-3BD7558BA4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8598"/>
            <a:ext cx="12192000" cy="275273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B53C79-D10A-0133-A82F-EDECE99C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169688" cy="589468"/>
          </a:xfrm>
        </p:spPr>
        <p:txBody>
          <a:bodyPr>
            <a:normAutofit/>
          </a:bodyPr>
          <a:lstStyle/>
          <a:p>
            <a:r>
              <a:rPr lang="nl-NL" sz="1800" b="1" dirty="0"/>
              <a:t>Step 2: Define input parameter to Link to GIS tool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67E890B4-25D6-2D8A-0400-53560C4BA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569928"/>
            <a:ext cx="9949857" cy="3257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558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DAF37F-8D1D-855A-4763-8E707DD8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98488" cy="589468"/>
          </a:xfrm>
        </p:spPr>
        <p:txBody>
          <a:bodyPr>
            <a:normAutofit/>
          </a:bodyPr>
          <a:lstStyle/>
          <a:p>
            <a:r>
              <a:rPr lang="nl-NL" sz="1800" b="1" dirty="0"/>
              <a:t>Step 3: Change </a:t>
            </a:r>
            <a:r>
              <a:rPr lang="nl-NL" sz="1800" b="1" dirty="0">
                <a:solidFill>
                  <a:srgbClr val="F9423A"/>
                </a:solidFill>
              </a:rPr>
              <a:t>print (“test”)</a:t>
            </a:r>
            <a:r>
              <a:rPr lang="nl-NL" sz="1800" b="1" dirty="0"/>
              <a:t> to </a:t>
            </a:r>
            <a:r>
              <a:rPr lang="nl-NL" sz="1800" b="1" dirty="0">
                <a:solidFill>
                  <a:srgbClr val="F9423A"/>
                </a:solidFill>
              </a:rPr>
              <a:t>arcpy.AddMessage (“test”) </a:t>
            </a:r>
            <a:r>
              <a:rPr lang="nl-NL" sz="1800" b="1" dirty="0"/>
              <a:t>in python script</a:t>
            </a:r>
            <a:br>
              <a:rPr lang="nl-NL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nl-NL" sz="1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16F13C3-3922-A1DC-B598-E67630B2416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5171"/>
          <a:stretch/>
        </p:blipFill>
        <p:spPr>
          <a:xfrm>
            <a:off x="-13403" y="1744775"/>
            <a:ext cx="5761044" cy="336844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A263DDF-6A53-0575-4248-AFFDC6BBD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8310" y="1744775"/>
            <a:ext cx="5962650" cy="3686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2024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FDAF37F-8D1D-855A-4763-8E707DD80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98488" cy="589468"/>
          </a:xfrm>
        </p:spPr>
        <p:txBody>
          <a:bodyPr>
            <a:normAutofit/>
          </a:bodyPr>
          <a:lstStyle/>
          <a:p>
            <a:r>
              <a:rPr lang="nl-NL" sz="1800" b="1" dirty="0"/>
              <a:t>Step 4: Make ArcGIS tool</a:t>
            </a:r>
            <a:br>
              <a:rPr lang="nl-NL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nl-NL" sz="1800" b="1" dirty="0"/>
          </a:p>
        </p:txBody>
      </p:sp>
      <p:pic>
        <p:nvPicPr>
          <p:cNvPr id="2" name="Afbeelding 8">
            <a:extLst>
              <a:ext uri="{FF2B5EF4-FFF2-40B4-BE49-F238E27FC236}">
                <a16:creationId xmlns:a16="http://schemas.microsoft.com/office/drawing/2014/main" id="{CBD472E4-B114-CEE5-C620-FA5EEF7E834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5274" b="39893"/>
          <a:stretch/>
        </p:blipFill>
        <p:spPr>
          <a:xfrm>
            <a:off x="3132138" y="411259"/>
            <a:ext cx="2411830" cy="2025845"/>
          </a:xfrm>
          <a:prstGeom prst="rect">
            <a:avLst/>
          </a:prstGeom>
        </p:spPr>
      </p:pic>
      <p:cxnSp>
        <p:nvCxnSpPr>
          <p:cNvPr id="3" name="Rechte verbindingslijn met pijl 10">
            <a:extLst>
              <a:ext uri="{FF2B5EF4-FFF2-40B4-BE49-F238E27FC236}">
                <a16:creationId xmlns:a16="http://schemas.microsoft.com/office/drawing/2014/main" id="{DB13518C-13D9-B2A7-8F07-D2351181BE50}"/>
              </a:ext>
            </a:extLst>
          </p:cNvPr>
          <p:cNvCxnSpPr>
            <a:cxnSpLocks/>
          </p:cNvCxnSpPr>
          <p:nvPr/>
        </p:nvCxnSpPr>
        <p:spPr>
          <a:xfrm>
            <a:off x="2635624" y="1300652"/>
            <a:ext cx="435195" cy="4379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Rechte verbindingslijn met pijl 13">
            <a:extLst>
              <a:ext uri="{FF2B5EF4-FFF2-40B4-BE49-F238E27FC236}">
                <a16:creationId xmlns:a16="http://schemas.microsoft.com/office/drawing/2014/main" id="{C03CC7C8-C3FE-6919-AD42-10B4E31DDD10}"/>
              </a:ext>
            </a:extLst>
          </p:cNvPr>
          <p:cNvCxnSpPr>
            <a:cxnSpLocks/>
          </p:cNvCxnSpPr>
          <p:nvPr/>
        </p:nvCxnSpPr>
        <p:spPr>
          <a:xfrm>
            <a:off x="5543968" y="1300652"/>
            <a:ext cx="51587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Afbeelding 15">
            <a:extLst>
              <a:ext uri="{FF2B5EF4-FFF2-40B4-BE49-F238E27FC236}">
                <a16:creationId xmlns:a16="http://schemas.microsoft.com/office/drawing/2014/main" id="{3B2ABCA4-5EEF-2E7B-BFD8-4BBF8F5798AF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13890"/>
          <a:stretch/>
        </p:blipFill>
        <p:spPr>
          <a:xfrm>
            <a:off x="6144678" y="358287"/>
            <a:ext cx="2593962" cy="2064630"/>
          </a:xfrm>
          <a:prstGeom prst="rect">
            <a:avLst/>
          </a:prstGeom>
        </p:spPr>
      </p:pic>
      <p:pic>
        <p:nvPicPr>
          <p:cNvPr id="9" name="Afbeelding 17">
            <a:extLst>
              <a:ext uri="{FF2B5EF4-FFF2-40B4-BE49-F238E27FC236}">
                <a16:creationId xmlns:a16="http://schemas.microsoft.com/office/drawing/2014/main" id="{D63CA867-FF3B-04CC-87CF-5BA9DED5496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3258" r="38058" b="38039"/>
          <a:stretch/>
        </p:blipFill>
        <p:spPr>
          <a:xfrm>
            <a:off x="16669" y="305562"/>
            <a:ext cx="2525702" cy="1998939"/>
          </a:xfrm>
          <a:prstGeom prst="rect">
            <a:avLst/>
          </a:prstGeom>
        </p:spPr>
      </p:pic>
      <p:pic>
        <p:nvPicPr>
          <p:cNvPr id="10" name="Afbeelding 26">
            <a:extLst>
              <a:ext uri="{FF2B5EF4-FFF2-40B4-BE49-F238E27FC236}">
                <a16:creationId xmlns:a16="http://schemas.microsoft.com/office/drawing/2014/main" id="{473B7E8B-803D-1407-6F1F-FA0647132F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7400" y="347180"/>
            <a:ext cx="2615160" cy="2075737"/>
          </a:xfrm>
          <a:prstGeom prst="rect">
            <a:avLst/>
          </a:prstGeom>
        </p:spPr>
      </p:pic>
      <p:cxnSp>
        <p:nvCxnSpPr>
          <p:cNvPr id="11" name="Rechte verbindingslijn met pijl 28">
            <a:extLst>
              <a:ext uri="{FF2B5EF4-FFF2-40B4-BE49-F238E27FC236}">
                <a16:creationId xmlns:a16="http://schemas.microsoft.com/office/drawing/2014/main" id="{7ED91AE4-0A7C-5AF5-990C-BA472D2DBB3A}"/>
              </a:ext>
            </a:extLst>
          </p:cNvPr>
          <p:cNvCxnSpPr>
            <a:cxnSpLocks/>
          </p:cNvCxnSpPr>
          <p:nvPr/>
        </p:nvCxnSpPr>
        <p:spPr>
          <a:xfrm>
            <a:off x="8889433" y="1300652"/>
            <a:ext cx="515878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Rechte verbindingslijn met pijl 31">
            <a:extLst>
              <a:ext uri="{FF2B5EF4-FFF2-40B4-BE49-F238E27FC236}">
                <a16:creationId xmlns:a16="http://schemas.microsoft.com/office/drawing/2014/main" id="{A851169A-6CE8-A395-CA8D-A5F4E13F485D}"/>
              </a:ext>
            </a:extLst>
          </p:cNvPr>
          <p:cNvCxnSpPr>
            <a:cxnSpLocks/>
          </p:cNvCxnSpPr>
          <p:nvPr/>
        </p:nvCxnSpPr>
        <p:spPr>
          <a:xfrm>
            <a:off x="10824618" y="2494513"/>
            <a:ext cx="0" cy="54147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Rechte verbindingslijn met pijl 35">
            <a:extLst>
              <a:ext uri="{FF2B5EF4-FFF2-40B4-BE49-F238E27FC236}">
                <a16:creationId xmlns:a16="http://schemas.microsoft.com/office/drawing/2014/main" id="{BA44ADB4-8762-490E-0193-D96F15943F1C}"/>
              </a:ext>
            </a:extLst>
          </p:cNvPr>
          <p:cNvCxnSpPr>
            <a:cxnSpLocks/>
          </p:cNvCxnSpPr>
          <p:nvPr/>
        </p:nvCxnSpPr>
        <p:spPr>
          <a:xfrm flipH="1">
            <a:off x="8679170" y="3849814"/>
            <a:ext cx="522541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Afbeelding 38">
            <a:extLst>
              <a:ext uri="{FF2B5EF4-FFF2-40B4-BE49-F238E27FC236}">
                <a16:creationId xmlns:a16="http://schemas.microsoft.com/office/drawing/2014/main" id="{93D78590-6D88-8F34-F090-0291A711E7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85926" y="2904154"/>
            <a:ext cx="2891598" cy="1470183"/>
          </a:xfrm>
          <a:prstGeom prst="rect">
            <a:avLst/>
          </a:prstGeom>
        </p:spPr>
      </p:pic>
      <p:cxnSp>
        <p:nvCxnSpPr>
          <p:cNvPr id="15" name="Rechte verbindingslijn met pijl 41">
            <a:extLst>
              <a:ext uri="{FF2B5EF4-FFF2-40B4-BE49-F238E27FC236}">
                <a16:creationId xmlns:a16="http://schemas.microsoft.com/office/drawing/2014/main" id="{A4D07403-C24F-836B-2DBD-6E068C879352}"/>
              </a:ext>
            </a:extLst>
          </p:cNvPr>
          <p:cNvCxnSpPr>
            <a:cxnSpLocks/>
          </p:cNvCxnSpPr>
          <p:nvPr/>
        </p:nvCxnSpPr>
        <p:spPr>
          <a:xfrm flipH="1" flipV="1">
            <a:off x="2970191" y="3480965"/>
            <a:ext cx="513433" cy="176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Afbeelding 3">
            <a:extLst>
              <a:ext uri="{FF2B5EF4-FFF2-40B4-BE49-F238E27FC236}">
                <a16:creationId xmlns:a16="http://schemas.microsoft.com/office/drawing/2014/main" id="{A9B8574C-A258-5F70-3002-832AD39BD5D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49211" t="24495" r="27779"/>
          <a:stretch/>
        </p:blipFill>
        <p:spPr>
          <a:xfrm>
            <a:off x="6997875" y="2698780"/>
            <a:ext cx="1681295" cy="2068904"/>
          </a:xfrm>
          <a:prstGeom prst="rect">
            <a:avLst/>
          </a:prstGeom>
        </p:spPr>
      </p:pic>
      <p:cxnSp>
        <p:nvCxnSpPr>
          <p:cNvPr id="18" name="Rechte verbindingslijn met pijl 19">
            <a:extLst>
              <a:ext uri="{FF2B5EF4-FFF2-40B4-BE49-F238E27FC236}">
                <a16:creationId xmlns:a16="http://schemas.microsoft.com/office/drawing/2014/main" id="{C298CB90-CDFC-C8F6-1287-536E3CEEA4D8}"/>
              </a:ext>
            </a:extLst>
          </p:cNvPr>
          <p:cNvCxnSpPr>
            <a:cxnSpLocks/>
          </p:cNvCxnSpPr>
          <p:nvPr/>
        </p:nvCxnSpPr>
        <p:spPr>
          <a:xfrm flipH="1" flipV="1">
            <a:off x="6337823" y="3660536"/>
            <a:ext cx="513433" cy="17647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Picture 19">
            <a:extLst>
              <a:ext uri="{FF2B5EF4-FFF2-40B4-BE49-F238E27FC236}">
                <a16:creationId xmlns:a16="http://schemas.microsoft.com/office/drawing/2014/main" id="{891318F3-5A08-7F41-7972-990212979F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76592" y="3098827"/>
            <a:ext cx="2836760" cy="1839319"/>
          </a:xfrm>
          <a:prstGeom prst="rect">
            <a:avLst/>
          </a:prstGeom>
        </p:spPr>
      </p:pic>
      <p:cxnSp>
        <p:nvCxnSpPr>
          <p:cNvPr id="22" name="Rechte verbindingslijn met pijl 46">
            <a:extLst>
              <a:ext uri="{FF2B5EF4-FFF2-40B4-BE49-F238E27FC236}">
                <a16:creationId xmlns:a16="http://schemas.microsoft.com/office/drawing/2014/main" id="{B77E2476-366B-C078-1E40-56A7C835FE3B}"/>
              </a:ext>
            </a:extLst>
          </p:cNvPr>
          <p:cNvCxnSpPr>
            <a:cxnSpLocks/>
          </p:cNvCxnSpPr>
          <p:nvPr/>
        </p:nvCxnSpPr>
        <p:spPr>
          <a:xfrm>
            <a:off x="2515831" y="4048064"/>
            <a:ext cx="0" cy="420012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Picture 26">
            <a:extLst>
              <a:ext uri="{FF2B5EF4-FFF2-40B4-BE49-F238E27FC236}">
                <a16:creationId xmlns:a16="http://schemas.microsoft.com/office/drawing/2014/main" id="{0131568A-294B-5A1B-B3E6-627C279125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669" y="2712096"/>
            <a:ext cx="2816714" cy="1392993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707CFD05-CBAC-194A-06B4-4C2A5F54B97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648" y="4572139"/>
            <a:ext cx="4381500" cy="2305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654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0E67E9C0-D37F-9A66-7435-6E2E24925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998488" cy="589468"/>
          </a:xfrm>
        </p:spPr>
        <p:txBody>
          <a:bodyPr>
            <a:normAutofit/>
          </a:bodyPr>
          <a:lstStyle/>
          <a:p>
            <a:r>
              <a:rPr lang="nl-NL" sz="1800" b="1" dirty="0"/>
              <a:t>Step 5: Run ArcGIS tool</a:t>
            </a:r>
            <a:br>
              <a:rPr lang="nl-NL" sz="900" b="0" dirty="0">
                <a:solidFill>
                  <a:srgbClr val="3B3B3B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endParaRPr lang="nl-NL" sz="1800" b="1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61BB788-C820-C81D-5A7B-02E62C78A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71912"/>
            <a:ext cx="12192000" cy="3114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2686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d234255-e20f-4205-88a5-9658a402999b}" enabled="0" method="" siteId="{3d234255-e20f-4205-88a5-9658a402999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69</TotalTime>
  <Words>56</Words>
  <Application>Microsoft Office PowerPoint</Application>
  <PresentationFormat>Widescreen</PresentationFormat>
  <Paragraphs>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Arial</vt:lpstr>
      <vt:lpstr>Consolas</vt:lpstr>
      <vt:lpstr>Office Theme</vt:lpstr>
      <vt:lpstr>ArcGIS tool</vt:lpstr>
      <vt:lpstr>Step 1: add import arcpy package</vt:lpstr>
      <vt:lpstr>Step 2: Define input parameter to Link to GIS tool</vt:lpstr>
      <vt:lpstr>Step 3: Change print (“test”) to arcpy.AddMessage (“test”) in python script </vt:lpstr>
      <vt:lpstr>Step 4: Make ArcGIS tool </vt:lpstr>
      <vt:lpstr>Step 5: Run ArcGIS tool </vt:lpstr>
    </vt:vector>
  </TitlesOfParts>
  <Company>WSP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ArcGIS tool</dc:title>
  <dc:creator>Dehghanipour, Amir</dc:creator>
  <cp:lastModifiedBy>Dehghanipour, Amir</cp:lastModifiedBy>
  <cp:revision>1</cp:revision>
  <dcterms:created xsi:type="dcterms:W3CDTF">2024-06-24T12:25:44Z</dcterms:created>
  <dcterms:modified xsi:type="dcterms:W3CDTF">2024-06-24T13:35:26Z</dcterms:modified>
</cp:coreProperties>
</file>